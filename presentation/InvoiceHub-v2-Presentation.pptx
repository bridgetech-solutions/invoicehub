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108960"/>
            <a:ext cx="5943600" cy="5943600"/>
          </a:xfrm>
          <a:prstGeom prst="ellipse">
            <a:avLst/>
          </a:prstGeom>
          <a:solidFill>
            <a:srgbClr val="2D7DD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97680"/>
            <a:ext cx="3657600" cy="3657600"/>
          </a:xfrm>
          <a:prstGeom prst="ellipse">
            <a:avLst/>
          </a:prstGeom>
          <a:solidFill>
            <a:srgbClr val="6FB1E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731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IH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1737360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FE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TECHNOLOGIES SOLUTIONS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InvoiceHub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pPr indent="0" marL="0">
              <a:buNone/>
            </a:pPr>
            <a:r>
              <a:rPr lang="en-US" sz="2200" dirty="0">
                <a:solidFill>
                  <a:srgbClr val="CFE3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De la facturation à la gestion complète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· Acheter · Encaisser · Comptabiliser — une seule plateforme, conforme SYSCOHADA / OHADA.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l'évolution v1 → v2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POINT DE DÉPART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v1 : une application de vente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Efficace, mais limitée à un seul maillon de la chaîne de gestion.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LA V1 SAVAIT FAIRE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358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0358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02736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027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6027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Proformas / Devis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69664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696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696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de vente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365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736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30352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303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303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2057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257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QU'IL MANQUAIT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46888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0880" y="24688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&amp; fournisseurs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3035808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30358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30358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stock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92240" y="3602736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36027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36027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récurrentes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4169664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41696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41696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92240" y="4736592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7365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4736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&amp; rapprochement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92240" y="530352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FBEDEC"/>
          </a:solidFill>
          <a:ln w="12700">
            <a:solidFill>
              <a:srgbClr val="F3D2C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9400" y="53035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5303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&amp; déclaration TVA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2D7DD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BESOIN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Gérer tout le cycle, pas seulement vendre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entreprise ne fait pas que vendre. Elle achète, gère ses stocks, suit sa trésorerie, tient sa comptabilité et répond à ses obligations OHADA. La v2 couvre l'ensemble de ce cycle.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34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Acheter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486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Fournisseurs, BC,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fournisseurs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20440" y="42976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4434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5120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Gérer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5486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16168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9360" y="42976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434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5120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Encaisser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5486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Factures, paiements,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05088" y="48920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098280" y="42976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44348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98280" y="51206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Comptabiliser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5486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Écritures, TVA,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SYSCOHADA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UN COUP D'ŒIL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 / Après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73736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0F2D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A6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domaines fonctionnels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uniquement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· Produits · Proformas · Factures · Paiements ·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640080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gestion complète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· Achats · Stock · Banque · Comptabilité · Rapports · Gouvernance · 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777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grands chantiers de la v2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 Achats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Fournisseurs, bons de commande, factures fournisseurs, dépenses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783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5780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2130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stocks et des mouvements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783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98280" y="17647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Factures récurrentes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98280" y="213055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des abonnements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310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&amp; Trésorerie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 relevés, rapprochement automatique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127248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310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2D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5780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Comptabilité SYSCOHADA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257800" y="3657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Journaux, écritures, exercices, partie double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127248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310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BB673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9828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&amp; TVA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098280" y="36576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impayés, balance âgée, déclaration TVA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654296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8371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2574C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417320" y="4818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Gouvernance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417320" y="51846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maker/checker, audit, RBAC, sauvegardes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4654296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53712" y="48371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0A030"/>
          </a:solidFill>
          <a:ln/>
        </p:spPr>
      </p:sp>
      <p:sp>
        <p:nvSpPr>
          <p:cNvPr id="41" name="Text 39"/>
          <p:cNvSpPr/>
          <p:nvPr/>
        </p:nvSpPr>
        <p:spPr>
          <a:xfrm>
            <a:off x="4553712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257800" y="4818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 IA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5257800" y="51846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intelligent intégré à la plateforme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4654296"/>
            <a:ext cx="36118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94192" y="48371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D7DD2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4837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9098280" y="48188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réel &amp; Sécurité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9098280" y="51846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live, 2FA, sessions, clés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2D7DD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1143000" cy="11430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🛒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 EN V2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cycle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Achats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la v1 ne savait que vendre, la v2 gère la chaîne d'approvisionnement de bout en bout.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1305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020824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Fournisseurs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complète : coordonnées, RIB/SWIFT, conditions de paiement, notation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898648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30632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953512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Bons de commande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Création, envoi, réception, suivi — numérotation SYSCOHADA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831336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886200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Factures fournisseurs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Rattachées aux BC, contrôle des montants reçus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4764024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49286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4818888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Dépenses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et suivi des charges de l'entreprise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 EN V2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 &amp; Factures récurrentes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852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1005840" cy="1005840"/>
          </a:xfrm>
          <a:prstGeom prst="roundRect">
            <a:avLst>
              <a:gd name="adj" fmla="val 23636"/>
            </a:avLst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📦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0312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Suivi de stock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21408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de la v1.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429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3429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stock par produit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03250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40325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Mouvements d'entrée / sortie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463600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4636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en temps réel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52395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B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5239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d'une gestion d'inventaire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1691640"/>
            <a:ext cx="5285232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057400"/>
            <a:ext cx="1005840" cy="1005840"/>
          </a:xfrm>
          <a:prstGeom prst="roundRect">
            <a:avLst>
              <a:gd name="adj" fmla="val 23636"/>
            </a:avLst>
          </a:prstGeom>
          <a:solidFill>
            <a:srgbClr val="E0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057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🔁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909560" y="2148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Factures récurrentes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27848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de la v1.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34290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429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d'abonnement réutilisables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0" y="4032504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40325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planifiée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66560" y="4636008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4636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contrats &amp; maintenance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52395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52395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ressaisie mensuelle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2D7DD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1143000" cy="11430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🏦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 EN V2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Banque &amp;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rapprochement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v2 connecte la facturation à la réalité bancaire — un atout majeur pour la trésorerie.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1305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020824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Comptes &amp; relevés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 relevés bancaires (détection, prévisualisation, confirmation)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898648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30632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953512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Rapprochement automatique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Auto-matching des transactions avec suggestions intelligentes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831336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886200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Profils d'import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de relevés mémorisés par banque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4764024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49286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D7DD2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4818888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de rapprochement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la trésorerie et écarts identifiés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rgbClr val="1C5DA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77240"/>
            <a:ext cx="1143000" cy="1143000"/>
          </a:xfrm>
          <a:prstGeom prst="roundRect">
            <a:avLst>
              <a:gd name="adj" fmla="val 24000"/>
            </a:avLst>
          </a:prstGeom>
          <a:solidFill>
            <a:srgbClr val="1C5DA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📊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 EN V2 · LE CHANTIER STRUCTURANT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Comptabilité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SYSCOHADA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57607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82296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v1 n'avait aucune comptabilité. La v2 intègre une vraie tenue de comptes en partie double, conforme OHADA.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1305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5DA0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020824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comptable &amp; journaux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paramétrables, journaux de saisie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0" y="2898648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30632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5DA0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953512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Écritures en partie double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Saisie, validation, annulation contrôlées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0" y="3831336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6592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5DA0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3886200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Exercices &amp; périodes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Ouverture, clôture et réouverture de périodes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0" y="4764024"/>
            <a:ext cx="7040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492861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C5DA0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4818888"/>
            <a:ext cx="6126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Déclaration TVA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 taxe générée automatiquement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2D7DD2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NOUVEAU EN V2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Gouvernance, sécurité &amp; intelligence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7627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74520" y="2103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maker / checker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874520" y="24871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des rôles : celui qui saisit n'est pas celui qui valide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202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6248" y="217627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6248" y="21762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98080" y="2103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immuable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498080" y="248716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: qui, quoi, quand — impossible à altérer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73075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730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74520" y="36576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granulaire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874520" y="40416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fines par rôle et par module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373075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373075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98080" y="36576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 renforcée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98080" y="40416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+ codes de secours, gestion des sessions, clés API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5029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2688" y="528523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52852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874520" y="5212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Sauvegardes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874520" y="55961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des données pour la continuité d'activité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55080" y="50292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6248" y="5285232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D7DD2"/>
          </a:solidFill>
          <a:ln/>
        </p:spPr>
      </p:sp>
      <p:sp>
        <p:nvSpPr>
          <p:cNvPr id="32" name="Text 30"/>
          <p:cNvSpPr/>
          <p:nvPr/>
        </p:nvSpPr>
        <p:spPr>
          <a:xfrm>
            <a:off x="6556248" y="52852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98080" y="5212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Assistant IA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498080" y="55961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intelligent intégré pour accompagner les utilisateurs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C'EST IMPORTANT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Conçu pour la conformité OHADA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brique de la v2 respecte les exigences du système comptable ouest-africain.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0F2D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🔢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920240" y="2258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Numérotation normalisée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20240" y="27157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SYSCOHADA atomique et sans trou 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BTS/{bureau}/{année}/{mois}/{type}{n°}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0F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📒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589520" y="2258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Partie double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0" y="27157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Écritures équilibrées, journaux, exercices fiscaux et clôtures de période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4340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0F2D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🧾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92024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TVA &amp; taxes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920240" y="4773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paramétrables et synthèse de TVA prête pour la déclaration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40233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4340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0F2D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🛡️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758952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Piste d'audit immuable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89520" y="477316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inaltérable de toutes les opérations sensibles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DD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base technique moderne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00200" y="1993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3957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· TypeScript · Prisma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40680" y="1993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données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40680" y="23957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965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81160" y="19933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81160" y="239572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· TanStack Query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réel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· files de jobs (BullMQ)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44068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· 2FA TOTP · RBAC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47472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3703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281160" y="37307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8116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Windows · Nginx · PM2 · Redis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pensée pour la fiabilité, la sécurité et l'évolutivité.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InvoiceHub v2  ·  Bridge Technologies Solutions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2D7DD2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CHIFFRES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L'ampleur de la v2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5176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20440" y="23317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65176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BB67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657600" y="4114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périmètre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qu'en v1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65176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6446520" y="4114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SYSCOHADA / OHADA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23317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65176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A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9235440" y="41148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 dans la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légale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application de vente à une plateforme de gestion d'entreprise complète.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926080"/>
            <a:ext cx="6400800" cy="6400800"/>
          </a:xfrm>
          <a:prstGeom prst="ellipse">
            <a:avLst/>
          </a:prstGeom>
          <a:solidFill>
            <a:srgbClr val="2D7DD2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SUITE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maintenant 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7744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450592"/>
            <a:ext cx="5852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Passage en HTTPS
</a:t>
            </a:r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sécurisé pour le serveur de production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375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3410712"/>
            <a:ext cx="5852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Montée en charge &amp; formation
</a:t>
            </a:r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des équipes sur les nouveaux modules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297680"/>
            <a:ext cx="6675120" cy="822960"/>
          </a:xfrm>
          <a:prstGeom prst="roundRect">
            <a:avLst>
              <a:gd name="adj" fmla="val 11111"/>
            </a:avLst>
          </a:prstGeom>
          <a:solidFill>
            <a:srgbClr val="16385C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2976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B1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4370832"/>
            <a:ext cx="5852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Évolutions continues
</a:t>
            </a:r>
            <a:pPr indent="0" marL="0">
              <a:buNone/>
            </a:pPr>
            <a:r>
              <a:rPr lang="en-US" sz="12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guidées par les retours d'usage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55321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B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Technologies Solutions  ·  Douala, Cameroun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InvoiceHub v2</dc:title>
  <dc:subject>PptxGenJS Presentation</dc:subject>
  <dc:creator>Bridge Technologies Solutions</dc:creator>
  <cp:lastModifiedBy>Bridge Technologies Solutions</cp:lastModifiedBy>
  <cp:revision>1</cp:revision>
  <dcterms:created xsi:type="dcterms:W3CDTF">2026-06-11T08:48:37Z</dcterms:created>
  <dcterms:modified xsi:type="dcterms:W3CDTF">2026-06-11T08:48:37Z</dcterms:modified>
</cp:coreProperties>
</file>